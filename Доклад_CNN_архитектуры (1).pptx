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Архитектуры сверточных нейронных сетей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14286"/>
              <a:buNone/>
            </a:pPr>
            <a:r>
              <a:rPr lang="en-US">
                <a:solidFill>
                  <a:schemeClr val="dk1"/>
                </a:solidFill>
              </a:rPr>
              <a:t>Глушко Илья Игоревич</a:t>
            </a:r>
            <a:endParaRPr>
              <a:solidFill>
                <a:schemeClr val="dk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14286"/>
              <a:buNone/>
            </a:pPr>
            <a:r>
              <a:rPr lang="en-US">
                <a:solidFill>
                  <a:schemeClr val="dk1"/>
                </a:solidFill>
              </a:rPr>
              <a:t>23201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Что такое CNN?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Сверточные нейронные сети (CNN) — это тип нейросетей, который особенно эффективен для обработки изображений.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Основные элементы CNN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Сверточные слои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Функции активации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Подвыборка (Pooling)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Полносвязные слои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LeNet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Одна из первых CNN-архитектур.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Использовалась для распознавания рукописных цифр.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AlexNet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2012 году совершила прорыв в компьютерном зрении.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Использовала GPU и глубокие слои.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VGG и ResNet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VGG — очень глубокая сеть с простыми слоями.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ResNet ввела остаточные связи для борьбы с затуханием градиента.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Применение CNN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Распознавание лиц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Медицинская диагностика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Автопилоты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Анализ видео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Заключение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CNN стали основой современных систем компьютерного зрения</a:t>
            </a:r>
            <a:r>
              <a:rPr lang="en-US"/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 продолжают активно развиваться.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